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Forum" charset="1" panose="020000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21.png" Type="http://schemas.openxmlformats.org/officeDocument/2006/relationships/image"/><Relationship Id="rId12" Target="../media/image22.svg" Type="http://schemas.openxmlformats.org/officeDocument/2006/relationships/image"/><Relationship Id="rId2" Target="../media/image16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../media/image23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26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https://count4u.liveblog365.co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666" r="0" b="-12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59569">
            <a:off x="6268170" y="-622314"/>
            <a:ext cx="3952482" cy="2121518"/>
          </a:xfrm>
          <a:custGeom>
            <a:avLst/>
            <a:gdLst/>
            <a:ahLst/>
            <a:cxnLst/>
            <a:rect r="r" b="b" t="t" l="l"/>
            <a:pathLst>
              <a:path h="2121518" w="3952482">
                <a:moveTo>
                  <a:pt x="0" y="0"/>
                </a:moveTo>
                <a:lnTo>
                  <a:pt x="3952482" y="0"/>
                </a:lnTo>
                <a:lnTo>
                  <a:pt x="3952482" y="2121518"/>
                </a:lnTo>
                <a:lnTo>
                  <a:pt x="0" y="2121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4467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204557">
            <a:off x="-673799" y="-1742799"/>
            <a:ext cx="3404997" cy="8229600"/>
          </a:xfrm>
          <a:custGeom>
            <a:avLst/>
            <a:gdLst/>
            <a:ahLst/>
            <a:cxnLst/>
            <a:rect r="r" b="b" t="t" l="l"/>
            <a:pathLst>
              <a:path h="8229600" w="3404997">
                <a:moveTo>
                  <a:pt x="0" y="0"/>
                </a:moveTo>
                <a:lnTo>
                  <a:pt x="3404997" y="0"/>
                </a:lnTo>
                <a:lnTo>
                  <a:pt x="340499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53051">
            <a:off x="-1264421" y="-1602809"/>
            <a:ext cx="8904492" cy="3205617"/>
          </a:xfrm>
          <a:custGeom>
            <a:avLst/>
            <a:gdLst/>
            <a:ahLst/>
            <a:cxnLst/>
            <a:rect r="r" b="b" t="t" l="l"/>
            <a:pathLst>
              <a:path h="3205617" w="8904492">
                <a:moveTo>
                  <a:pt x="0" y="0"/>
                </a:moveTo>
                <a:lnTo>
                  <a:pt x="8904492" y="0"/>
                </a:lnTo>
                <a:lnTo>
                  <a:pt x="8904492" y="3205618"/>
                </a:lnTo>
                <a:lnTo>
                  <a:pt x="0" y="3205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779434">
            <a:off x="16585502" y="4831693"/>
            <a:ext cx="3404997" cy="8229600"/>
          </a:xfrm>
          <a:custGeom>
            <a:avLst/>
            <a:gdLst/>
            <a:ahLst/>
            <a:cxnLst/>
            <a:rect r="r" b="b" t="t" l="l"/>
            <a:pathLst>
              <a:path h="8229600" w="3404997">
                <a:moveTo>
                  <a:pt x="0" y="0"/>
                </a:moveTo>
                <a:lnTo>
                  <a:pt x="3404996" y="0"/>
                </a:lnTo>
                <a:lnTo>
                  <a:pt x="34049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292408">
            <a:off x="11677197" y="8557928"/>
            <a:ext cx="7922573" cy="2852126"/>
          </a:xfrm>
          <a:custGeom>
            <a:avLst/>
            <a:gdLst/>
            <a:ahLst/>
            <a:cxnLst/>
            <a:rect r="r" b="b" t="t" l="l"/>
            <a:pathLst>
              <a:path h="2852126" w="7922573">
                <a:moveTo>
                  <a:pt x="7922573" y="0"/>
                </a:moveTo>
                <a:lnTo>
                  <a:pt x="0" y="0"/>
                </a:lnTo>
                <a:lnTo>
                  <a:pt x="0" y="2852127"/>
                </a:lnTo>
                <a:lnTo>
                  <a:pt x="7922573" y="2852127"/>
                </a:lnTo>
                <a:lnTo>
                  <a:pt x="7922573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72889" y="210149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0734286" y="590422"/>
            <a:ext cx="4989772" cy="0"/>
          </a:xfrm>
          <a:prstGeom prst="line">
            <a:avLst/>
          </a:prstGeom>
          <a:ln cap="rnd" w="38100">
            <a:solidFill>
              <a:srgbClr val="000000"/>
            </a:solidFill>
            <a:prstDash val="sysDash"/>
            <a:headEnd type="diamond" len="lg" w="lg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2378505" y="9751482"/>
            <a:ext cx="6492240" cy="0"/>
          </a:xfrm>
          <a:prstGeom prst="line">
            <a:avLst/>
          </a:prstGeom>
          <a:ln cap="rnd" w="38100">
            <a:solidFill>
              <a:srgbClr val="ECE6DB"/>
            </a:solidFill>
            <a:prstDash val="sysDash"/>
            <a:headEnd type="none" len="sm" w="sm"/>
            <a:tailEnd type="diamond" len="lg" w="lg"/>
          </a:ln>
        </p:spPr>
      </p:sp>
      <p:sp>
        <p:nvSpPr>
          <p:cNvPr name="AutoShape 11" id="11"/>
          <p:cNvSpPr/>
          <p:nvPr/>
        </p:nvSpPr>
        <p:spPr>
          <a:xfrm flipV="true">
            <a:off x="17713841" y="2546504"/>
            <a:ext cx="0" cy="5829297"/>
          </a:xfrm>
          <a:prstGeom prst="line">
            <a:avLst/>
          </a:prstGeom>
          <a:ln cap="rnd" w="38100">
            <a:solidFill>
              <a:srgbClr val="000000"/>
            </a:solidFill>
            <a:prstDash val="sysDash"/>
            <a:headEnd type="diamond" len="lg" w="lg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3300730" y="2278437"/>
            <a:ext cx="11072625" cy="340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55"/>
              </a:lnSpc>
            </a:pPr>
            <a:r>
              <a:rPr lang="en-US" sz="19825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Count4U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187825" y="3865359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890169" y="7270305"/>
            <a:ext cx="1143020" cy="1143020"/>
          </a:xfrm>
          <a:custGeom>
            <a:avLst/>
            <a:gdLst/>
            <a:ahLst/>
            <a:cxnLst/>
            <a:rect r="r" b="b" t="t" l="l"/>
            <a:pathLst>
              <a:path h="1143020" w="1143020">
                <a:moveTo>
                  <a:pt x="0" y="0"/>
                </a:moveTo>
                <a:lnTo>
                  <a:pt x="1143020" y="0"/>
                </a:lnTo>
                <a:lnTo>
                  <a:pt x="1143020" y="1143020"/>
                </a:lnTo>
                <a:lnTo>
                  <a:pt x="0" y="11430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315164" y="7841815"/>
            <a:ext cx="1928717" cy="1928717"/>
          </a:xfrm>
          <a:custGeom>
            <a:avLst/>
            <a:gdLst/>
            <a:ahLst/>
            <a:cxnLst/>
            <a:rect r="r" b="b" t="t" l="l"/>
            <a:pathLst>
              <a:path h="1928717" w="1928717">
                <a:moveTo>
                  <a:pt x="0" y="1928717"/>
                </a:moveTo>
                <a:lnTo>
                  <a:pt x="1928717" y="1928717"/>
                </a:lnTo>
                <a:lnTo>
                  <a:pt x="1928717" y="0"/>
                </a:lnTo>
                <a:lnTo>
                  <a:pt x="0" y="0"/>
                </a:lnTo>
                <a:lnTo>
                  <a:pt x="0" y="1928717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5781856" y="568104"/>
            <a:ext cx="1951035" cy="1951035"/>
          </a:xfrm>
          <a:custGeom>
            <a:avLst/>
            <a:gdLst/>
            <a:ahLst/>
            <a:cxnLst/>
            <a:rect r="r" b="b" t="t" l="l"/>
            <a:pathLst>
              <a:path h="1951035" w="1951035">
                <a:moveTo>
                  <a:pt x="1951035" y="0"/>
                </a:moveTo>
                <a:lnTo>
                  <a:pt x="0" y="0"/>
                </a:lnTo>
                <a:lnTo>
                  <a:pt x="0" y="1951035"/>
                </a:lnTo>
                <a:lnTo>
                  <a:pt x="1951035" y="1951035"/>
                </a:lnTo>
                <a:lnTo>
                  <a:pt x="195103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914857" y="7415948"/>
            <a:ext cx="8052943" cy="794655"/>
            <a:chOff x="0" y="0"/>
            <a:chExt cx="10737257" cy="1059539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77377" y="0"/>
              <a:ext cx="10659880" cy="1059539"/>
              <a:chOff x="0" y="0"/>
              <a:chExt cx="1999679" cy="19875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99679" cy="198758"/>
              </a:xfrm>
              <a:custGeom>
                <a:avLst/>
                <a:gdLst/>
                <a:ahLst/>
                <a:cxnLst/>
                <a:rect r="r" b="b" t="t" l="l"/>
                <a:pathLst>
                  <a:path h="198758" w="1999679">
                    <a:moveTo>
                      <a:pt x="49386" y="0"/>
                    </a:moveTo>
                    <a:lnTo>
                      <a:pt x="1950293" y="0"/>
                    </a:lnTo>
                    <a:cubicBezTo>
                      <a:pt x="1963391" y="0"/>
                      <a:pt x="1975952" y="5203"/>
                      <a:pt x="1985214" y="14465"/>
                    </a:cubicBezTo>
                    <a:cubicBezTo>
                      <a:pt x="1994476" y="23727"/>
                      <a:pt x="1999679" y="36288"/>
                      <a:pt x="1999679" y="49386"/>
                    </a:cubicBezTo>
                    <a:lnTo>
                      <a:pt x="1999679" y="149372"/>
                    </a:lnTo>
                    <a:cubicBezTo>
                      <a:pt x="1999679" y="162470"/>
                      <a:pt x="1994476" y="175032"/>
                      <a:pt x="1985214" y="184293"/>
                    </a:cubicBezTo>
                    <a:cubicBezTo>
                      <a:pt x="1975952" y="193555"/>
                      <a:pt x="1963391" y="198758"/>
                      <a:pt x="1950293" y="198758"/>
                    </a:cubicBezTo>
                    <a:lnTo>
                      <a:pt x="49386" y="198758"/>
                    </a:lnTo>
                    <a:cubicBezTo>
                      <a:pt x="36288" y="198758"/>
                      <a:pt x="23727" y="193555"/>
                      <a:pt x="14465" y="184293"/>
                    </a:cubicBezTo>
                    <a:cubicBezTo>
                      <a:pt x="5203" y="175032"/>
                      <a:pt x="0" y="162470"/>
                      <a:pt x="0" y="149372"/>
                    </a:cubicBezTo>
                    <a:lnTo>
                      <a:pt x="0" y="49386"/>
                    </a:lnTo>
                    <a:cubicBezTo>
                      <a:pt x="0" y="36288"/>
                      <a:pt x="5203" y="23727"/>
                      <a:pt x="14465" y="14465"/>
                    </a:cubicBezTo>
                    <a:cubicBezTo>
                      <a:pt x="23727" y="5203"/>
                      <a:pt x="36288" y="0"/>
                      <a:pt x="49386" y="0"/>
                    </a:cubicBezTo>
                    <a:close/>
                  </a:path>
                </a:pathLst>
              </a:custGeom>
              <a:solidFill>
                <a:srgbClr val="ECE6DB">
                  <a:alpha val="4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1999679" cy="246383"/>
              </a:xfrm>
              <a:prstGeom prst="rect">
                <a:avLst/>
              </a:prstGeom>
            </p:spPr>
            <p:txBody>
              <a:bodyPr anchor="ctr" rtlCol="false" tIns="53492" lIns="53492" bIns="53492" rIns="53492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21" id="21"/>
            <p:cNvSpPr/>
            <p:nvPr/>
          </p:nvSpPr>
          <p:spPr>
            <a:xfrm>
              <a:off x="7065776" y="16931"/>
              <a:ext cx="0" cy="104260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2" id="22"/>
            <p:cNvSpPr txBox="true"/>
            <p:nvPr/>
          </p:nvSpPr>
          <p:spPr>
            <a:xfrm rot="0">
              <a:off x="0" y="4016"/>
              <a:ext cx="6676036" cy="932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808"/>
                </a:lnSpc>
              </a:pPr>
              <a:r>
                <a:rPr lang="en-US" sz="414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Safiya Abdulkadir Elmi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7404715" y="4016"/>
              <a:ext cx="3144321" cy="932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08"/>
                </a:lnSpc>
              </a:pPr>
              <a:r>
                <a:rPr lang="en-US" sz="414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240500598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514573" y="5328353"/>
            <a:ext cx="13636577" cy="1660058"/>
            <a:chOff x="0" y="0"/>
            <a:chExt cx="18182102" cy="2213411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8182102" cy="2213411"/>
              <a:chOff x="0" y="0"/>
              <a:chExt cx="3410767" cy="41521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410767" cy="415212"/>
              </a:xfrm>
              <a:custGeom>
                <a:avLst/>
                <a:gdLst/>
                <a:ahLst/>
                <a:cxnLst/>
                <a:rect r="r" b="b" t="t" l="l"/>
                <a:pathLst>
                  <a:path h="415212" w="3410767">
                    <a:moveTo>
                      <a:pt x="28954" y="0"/>
                    </a:moveTo>
                    <a:lnTo>
                      <a:pt x="3381813" y="0"/>
                    </a:lnTo>
                    <a:cubicBezTo>
                      <a:pt x="3397804" y="0"/>
                      <a:pt x="3410767" y="12963"/>
                      <a:pt x="3410767" y="28954"/>
                    </a:cubicBezTo>
                    <a:lnTo>
                      <a:pt x="3410767" y="386258"/>
                    </a:lnTo>
                    <a:cubicBezTo>
                      <a:pt x="3410767" y="393937"/>
                      <a:pt x="3407717" y="401302"/>
                      <a:pt x="3402287" y="406732"/>
                    </a:cubicBezTo>
                    <a:cubicBezTo>
                      <a:pt x="3396857" y="412162"/>
                      <a:pt x="3389492" y="415212"/>
                      <a:pt x="3381813" y="415212"/>
                    </a:cubicBezTo>
                    <a:lnTo>
                      <a:pt x="28954" y="415212"/>
                    </a:lnTo>
                    <a:cubicBezTo>
                      <a:pt x="12963" y="415212"/>
                      <a:pt x="0" y="402249"/>
                      <a:pt x="0" y="386258"/>
                    </a:cubicBezTo>
                    <a:lnTo>
                      <a:pt x="0" y="28954"/>
                    </a:lnTo>
                    <a:cubicBezTo>
                      <a:pt x="0" y="12963"/>
                      <a:pt x="12963" y="0"/>
                      <a:pt x="28954" y="0"/>
                    </a:cubicBezTo>
                    <a:close/>
                  </a:path>
                </a:pathLst>
              </a:custGeom>
              <a:solidFill>
                <a:srgbClr val="ECE6DB">
                  <a:alpha val="49804"/>
                </a:srgbClr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3410767" cy="462837"/>
              </a:xfrm>
              <a:prstGeom prst="rect">
                <a:avLst/>
              </a:prstGeom>
            </p:spPr>
            <p:txBody>
              <a:bodyPr anchor="ctr" rtlCol="false" tIns="53492" lIns="53492" bIns="53492" rIns="53492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34941" y="124573"/>
              <a:ext cx="17512221" cy="1792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0"/>
                </a:lnSpc>
              </a:pPr>
              <a:r>
                <a:rPr lang="en-US" sz="80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STOCK &amp; SALES MANAGEMENT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9740077">
            <a:off x="12275073" y="3521528"/>
            <a:ext cx="2717669" cy="1792967"/>
          </a:xfrm>
          <a:custGeom>
            <a:avLst/>
            <a:gdLst/>
            <a:ahLst/>
            <a:cxnLst/>
            <a:rect r="r" b="b" t="t" l="l"/>
            <a:pathLst>
              <a:path h="1792967" w="2717669">
                <a:moveTo>
                  <a:pt x="0" y="0"/>
                </a:moveTo>
                <a:lnTo>
                  <a:pt x="2717669" y="0"/>
                </a:lnTo>
                <a:lnTo>
                  <a:pt x="2717669" y="1792967"/>
                </a:lnTo>
                <a:lnTo>
                  <a:pt x="0" y="17929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681" r="0" b="-23681"/>
            </a:stretch>
          </a:blipFill>
        </p:spPr>
      </p:sp>
      <p:sp>
        <p:nvSpPr>
          <p:cNvPr name="Freeform 3" id="3"/>
          <p:cNvSpPr/>
          <p:nvPr/>
        </p:nvSpPr>
        <p:spPr>
          <a:xfrm>
            <a:off x="1370130" y="1799298"/>
            <a:ext cx="15850244" cy="7436735"/>
          </a:xfrm>
          <a:custGeom>
            <a:avLst/>
            <a:gdLst/>
            <a:ahLst/>
            <a:cxnLst/>
            <a:rect r="r" b="b" t="t" l="l"/>
            <a:pathLst>
              <a:path h="7436735" w="15850244">
                <a:moveTo>
                  <a:pt x="0" y="1148819"/>
                </a:moveTo>
                <a:lnTo>
                  <a:pt x="0" y="7208134"/>
                </a:lnTo>
                <a:cubicBezTo>
                  <a:pt x="0" y="7268763"/>
                  <a:pt x="24084" y="7326909"/>
                  <a:pt x="66955" y="7369779"/>
                </a:cubicBezTo>
                <a:cubicBezTo>
                  <a:pt x="109826" y="7412650"/>
                  <a:pt x="167971" y="7436734"/>
                  <a:pt x="228600" y="7436734"/>
                </a:cubicBezTo>
                <a:lnTo>
                  <a:pt x="15621644" y="7436734"/>
                </a:lnTo>
                <a:cubicBezTo>
                  <a:pt x="15747896" y="7436734"/>
                  <a:pt x="15850244" y="7334386"/>
                  <a:pt x="15850244" y="7208134"/>
                </a:cubicBezTo>
                <a:lnTo>
                  <a:pt x="15850244" y="296915"/>
                </a:lnTo>
                <a:cubicBezTo>
                  <a:pt x="15850244" y="236286"/>
                  <a:pt x="15826160" y="178141"/>
                  <a:pt x="15783288" y="135270"/>
                </a:cubicBezTo>
                <a:cubicBezTo>
                  <a:pt x="15740418" y="92400"/>
                  <a:pt x="15682273" y="68315"/>
                  <a:pt x="15621644" y="68315"/>
                </a:cubicBezTo>
                <a:lnTo>
                  <a:pt x="7541428" y="68315"/>
                </a:lnTo>
                <a:cubicBezTo>
                  <a:pt x="7532368" y="68315"/>
                  <a:pt x="7523681" y="64716"/>
                  <a:pt x="7517275" y="58310"/>
                </a:cubicBezTo>
                <a:cubicBezTo>
                  <a:pt x="7510869" y="51905"/>
                  <a:pt x="7507270" y="43216"/>
                  <a:pt x="7507270" y="34157"/>
                </a:cubicBezTo>
                <a:lnTo>
                  <a:pt x="7507270" y="0"/>
                </a:lnTo>
              </a:path>
            </a:pathLst>
          </a:custGeom>
          <a:ln cap="rnd" w="38100">
            <a:solidFill>
              <a:srgbClr val="000000"/>
            </a:solidFill>
            <a:prstDash val="sysDash"/>
            <a:headEnd type="diamond" len="lg" w="lg"/>
            <a:tailEnd type="diamond" len="lg" w="lg"/>
          </a:ln>
        </p:spPr>
      </p:sp>
      <p:sp>
        <p:nvSpPr>
          <p:cNvPr name="Freeform 4" id="4"/>
          <p:cNvSpPr/>
          <p:nvPr/>
        </p:nvSpPr>
        <p:spPr>
          <a:xfrm flipH="false" flipV="false" rot="5204087">
            <a:off x="15556802" y="5143500"/>
            <a:ext cx="3404997" cy="8229600"/>
          </a:xfrm>
          <a:custGeom>
            <a:avLst/>
            <a:gdLst/>
            <a:ahLst/>
            <a:cxnLst/>
            <a:rect r="r" b="b" t="t" l="l"/>
            <a:pathLst>
              <a:path h="8229600" w="3404997">
                <a:moveTo>
                  <a:pt x="0" y="0"/>
                </a:moveTo>
                <a:lnTo>
                  <a:pt x="3404996" y="0"/>
                </a:lnTo>
                <a:lnTo>
                  <a:pt x="340499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292408">
            <a:off x="11677197" y="8557928"/>
            <a:ext cx="7922573" cy="2852126"/>
          </a:xfrm>
          <a:custGeom>
            <a:avLst/>
            <a:gdLst/>
            <a:ahLst/>
            <a:cxnLst/>
            <a:rect r="r" b="b" t="t" l="l"/>
            <a:pathLst>
              <a:path h="2852126" w="7922573">
                <a:moveTo>
                  <a:pt x="7922573" y="0"/>
                </a:moveTo>
                <a:lnTo>
                  <a:pt x="0" y="0"/>
                </a:lnTo>
                <a:lnTo>
                  <a:pt x="0" y="2852127"/>
                </a:lnTo>
                <a:lnTo>
                  <a:pt x="7922573" y="2852127"/>
                </a:lnTo>
                <a:lnTo>
                  <a:pt x="792257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1430" y="359093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87790" y="2839225"/>
            <a:ext cx="1143020" cy="1143020"/>
          </a:xfrm>
          <a:custGeom>
            <a:avLst/>
            <a:gdLst/>
            <a:ahLst/>
            <a:cxnLst/>
            <a:rect r="r" b="b" t="t" l="l"/>
            <a:pathLst>
              <a:path h="1143020" w="1143020">
                <a:moveTo>
                  <a:pt x="0" y="0"/>
                </a:moveTo>
                <a:lnTo>
                  <a:pt x="1143020" y="0"/>
                </a:lnTo>
                <a:lnTo>
                  <a:pt x="1143020" y="1143020"/>
                </a:lnTo>
                <a:lnTo>
                  <a:pt x="0" y="11430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545100" y="2553515"/>
            <a:ext cx="571420" cy="571420"/>
          </a:xfrm>
          <a:custGeom>
            <a:avLst/>
            <a:gdLst/>
            <a:ahLst/>
            <a:cxnLst/>
            <a:rect r="r" b="b" t="t" l="l"/>
            <a:pathLst>
              <a:path h="571420" w="571420">
                <a:moveTo>
                  <a:pt x="0" y="0"/>
                </a:moveTo>
                <a:lnTo>
                  <a:pt x="571420" y="0"/>
                </a:lnTo>
                <a:lnTo>
                  <a:pt x="571420" y="571419"/>
                </a:lnTo>
                <a:lnTo>
                  <a:pt x="0" y="5714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12213" y="1451750"/>
            <a:ext cx="8176986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Problem &amp; Solution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947255" y="3124934"/>
            <a:ext cx="9314217" cy="5384346"/>
            <a:chOff x="0" y="0"/>
            <a:chExt cx="12418956" cy="717912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1960876" cy="7179128"/>
              <a:chOff x="0" y="0"/>
              <a:chExt cx="2362642" cy="141809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362642" cy="1418099"/>
              </a:xfrm>
              <a:custGeom>
                <a:avLst/>
                <a:gdLst/>
                <a:ahLst/>
                <a:cxnLst/>
                <a:rect r="r" b="b" t="t" l="l"/>
                <a:pathLst>
                  <a:path h="1418099" w="2362642">
                    <a:moveTo>
                      <a:pt x="44014" y="0"/>
                    </a:moveTo>
                    <a:lnTo>
                      <a:pt x="2318628" y="0"/>
                    </a:lnTo>
                    <a:cubicBezTo>
                      <a:pt x="2330301" y="0"/>
                      <a:pt x="2341496" y="4637"/>
                      <a:pt x="2349751" y="12892"/>
                    </a:cubicBezTo>
                    <a:cubicBezTo>
                      <a:pt x="2358005" y="21146"/>
                      <a:pt x="2362642" y="32341"/>
                      <a:pt x="2362642" y="44014"/>
                    </a:cubicBezTo>
                    <a:lnTo>
                      <a:pt x="2362642" y="1374085"/>
                    </a:lnTo>
                    <a:cubicBezTo>
                      <a:pt x="2362642" y="1398393"/>
                      <a:pt x="2342936" y="1418099"/>
                      <a:pt x="2318628" y="1418099"/>
                    </a:cubicBezTo>
                    <a:lnTo>
                      <a:pt x="44014" y="1418099"/>
                    </a:lnTo>
                    <a:cubicBezTo>
                      <a:pt x="32341" y="1418099"/>
                      <a:pt x="21146" y="1413462"/>
                      <a:pt x="12892" y="1405208"/>
                    </a:cubicBezTo>
                    <a:cubicBezTo>
                      <a:pt x="4637" y="1396953"/>
                      <a:pt x="0" y="1385758"/>
                      <a:pt x="0" y="1374085"/>
                    </a:cubicBezTo>
                    <a:lnTo>
                      <a:pt x="0" y="44014"/>
                    </a:lnTo>
                    <a:cubicBezTo>
                      <a:pt x="0" y="32341"/>
                      <a:pt x="4637" y="21146"/>
                      <a:pt x="12892" y="12892"/>
                    </a:cubicBezTo>
                    <a:cubicBezTo>
                      <a:pt x="21146" y="4637"/>
                      <a:pt x="32341" y="0"/>
                      <a:pt x="44014" y="0"/>
                    </a:cubicBezTo>
                    <a:close/>
                  </a:path>
                </a:pathLst>
              </a:custGeom>
              <a:solidFill>
                <a:srgbClr val="ECE6DB">
                  <a:alpha val="49804"/>
                </a:srgbClr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2362642" cy="14657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573431" y="703399"/>
              <a:ext cx="10117494" cy="2562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Problem</a:t>
              </a:r>
            </a:p>
            <a:p>
              <a:pPr algn="l" marL="539751" indent="-269876" lvl="1">
                <a:lnSpc>
                  <a:spcPts val="35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Small shops often manage stock manually.</a:t>
              </a:r>
            </a:p>
            <a:p>
              <a:pPr algn="l" marL="539751" indent="-269876" lvl="1">
                <a:lnSpc>
                  <a:spcPts val="35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Low-stock items can be missed.</a:t>
              </a:r>
            </a:p>
            <a:p>
              <a:pPr algn="l" marL="539751" indent="-269876" lvl="1">
                <a:lnSpc>
                  <a:spcPts val="35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Calculating sales manually takes time.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73431" y="3833503"/>
              <a:ext cx="11845525" cy="2562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Solution</a:t>
              </a:r>
            </a:p>
            <a:p>
              <a:pPr algn="l" marL="539751" indent="-269876" lvl="1">
                <a:lnSpc>
                  <a:spcPts val="35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Count4U is a simple stock and sales management system.</a:t>
              </a:r>
            </a:p>
            <a:p>
              <a:pPr algn="l" marL="539751" indent="-269876" lvl="1">
                <a:lnSpc>
                  <a:spcPts val="35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It helps shop owners keep track of products and stock.</a:t>
              </a:r>
            </a:p>
            <a:p>
              <a:pPr algn="l" marL="539751" indent="-269876" lvl="1">
                <a:lnSpc>
                  <a:spcPts val="35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Sales and </a:t>
              </a:r>
              <a:r>
                <a:rPr lang="en-US" sz="2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stock quantities are updated automatically.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272" r="0" b="-21272"/>
            </a:stretch>
          </a:blipFill>
        </p:spPr>
      </p:sp>
      <p:sp>
        <p:nvSpPr>
          <p:cNvPr name="Freeform 3" id="3"/>
          <p:cNvSpPr/>
          <p:nvPr/>
        </p:nvSpPr>
        <p:spPr>
          <a:xfrm>
            <a:off x="1425192" y="1799298"/>
            <a:ext cx="15808207" cy="7436735"/>
          </a:xfrm>
          <a:custGeom>
            <a:avLst/>
            <a:gdLst/>
            <a:ahLst/>
            <a:cxnLst/>
            <a:rect r="r" b="b" t="t" l="l"/>
            <a:pathLst>
              <a:path h="7436735" w="15808207">
                <a:moveTo>
                  <a:pt x="0" y="1148819"/>
                </a:moveTo>
                <a:lnTo>
                  <a:pt x="0" y="7208134"/>
                </a:lnTo>
                <a:cubicBezTo>
                  <a:pt x="0" y="7268763"/>
                  <a:pt x="24085" y="7326909"/>
                  <a:pt x="66956" y="7369779"/>
                </a:cubicBezTo>
                <a:cubicBezTo>
                  <a:pt x="109827" y="7412650"/>
                  <a:pt x="167972" y="7436734"/>
                  <a:pt x="228600" y="7436734"/>
                </a:cubicBezTo>
                <a:lnTo>
                  <a:pt x="15579607" y="7436734"/>
                </a:lnTo>
                <a:cubicBezTo>
                  <a:pt x="15705860" y="7436734"/>
                  <a:pt x="15808207" y="7334386"/>
                  <a:pt x="15808207" y="7208134"/>
                </a:cubicBezTo>
                <a:lnTo>
                  <a:pt x="15808207" y="296915"/>
                </a:lnTo>
                <a:cubicBezTo>
                  <a:pt x="15808207" y="236286"/>
                  <a:pt x="15784123" y="178141"/>
                  <a:pt x="15741252" y="135270"/>
                </a:cubicBezTo>
                <a:cubicBezTo>
                  <a:pt x="15698381" y="92400"/>
                  <a:pt x="15640236" y="68315"/>
                  <a:pt x="15579607" y="68315"/>
                </a:cubicBezTo>
                <a:lnTo>
                  <a:pt x="7541428" y="68315"/>
                </a:lnTo>
                <a:cubicBezTo>
                  <a:pt x="7532369" y="68315"/>
                  <a:pt x="7523681" y="64716"/>
                  <a:pt x="7517275" y="58310"/>
                </a:cubicBezTo>
                <a:cubicBezTo>
                  <a:pt x="7510870" y="51905"/>
                  <a:pt x="7507271" y="43216"/>
                  <a:pt x="7507271" y="34157"/>
                </a:cubicBezTo>
                <a:lnTo>
                  <a:pt x="7507271" y="0"/>
                </a:lnTo>
              </a:path>
            </a:pathLst>
          </a:custGeom>
          <a:ln cap="rnd" w="38100">
            <a:solidFill>
              <a:srgbClr val="000000"/>
            </a:solidFill>
            <a:prstDash val="sysDash"/>
            <a:headEnd type="diamond" len="lg" w="lg"/>
            <a:tailEnd type="diamond" len="lg" w="lg"/>
          </a:ln>
        </p:spPr>
      </p:sp>
      <p:sp>
        <p:nvSpPr>
          <p:cNvPr name="Freeform 4" id="4"/>
          <p:cNvSpPr/>
          <p:nvPr/>
        </p:nvSpPr>
        <p:spPr>
          <a:xfrm flipH="false" flipV="false" rot="525660">
            <a:off x="-1422849" y="8607553"/>
            <a:ext cx="7922573" cy="2852126"/>
          </a:xfrm>
          <a:custGeom>
            <a:avLst/>
            <a:gdLst/>
            <a:ahLst/>
            <a:cxnLst/>
            <a:rect r="r" b="b" t="t" l="l"/>
            <a:pathLst>
              <a:path h="2852126" w="7922573">
                <a:moveTo>
                  <a:pt x="0" y="0"/>
                </a:moveTo>
                <a:lnTo>
                  <a:pt x="7922574" y="0"/>
                </a:lnTo>
                <a:lnTo>
                  <a:pt x="7922574" y="2852126"/>
                </a:lnTo>
                <a:lnTo>
                  <a:pt x="0" y="28521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822409">
            <a:off x="-703460" y="7855452"/>
            <a:ext cx="6000686" cy="2142347"/>
          </a:xfrm>
          <a:custGeom>
            <a:avLst/>
            <a:gdLst/>
            <a:ahLst/>
            <a:cxnLst/>
            <a:rect r="r" b="b" t="t" l="l"/>
            <a:pathLst>
              <a:path h="2142347" w="6000686">
                <a:moveTo>
                  <a:pt x="6000686" y="2142347"/>
                </a:moveTo>
                <a:lnTo>
                  <a:pt x="0" y="2142347"/>
                </a:lnTo>
                <a:lnTo>
                  <a:pt x="0" y="0"/>
                </a:lnTo>
                <a:lnTo>
                  <a:pt x="6000686" y="0"/>
                </a:lnTo>
                <a:lnTo>
                  <a:pt x="6000686" y="2142347"/>
                </a:lnTo>
                <a:close/>
              </a:path>
            </a:pathLst>
          </a:custGeom>
          <a:blipFill>
            <a:blip r:embed="rId4"/>
            <a:stretch>
              <a:fillRect l="0" t="0" r="-62742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60665" y="3158197"/>
            <a:ext cx="4571692" cy="5371177"/>
            <a:chOff x="0" y="0"/>
            <a:chExt cx="6095589" cy="7161569"/>
          </a:xfrm>
        </p:grpSpPr>
        <p:sp>
          <p:nvSpPr>
            <p:cNvPr name="Freeform 7" id="7"/>
            <p:cNvSpPr/>
            <p:nvPr/>
          </p:nvSpPr>
          <p:spPr>
            <a:xfrm flipH="false" flipV="false" rot="-406106">
              <a:off x="376948" y="246899"/>
              <a:ext cx="4584093" cy="6667772"/>
            </a:xfrm>
            <a:custGeom>
              <a:avLst/>
              <a:gdLst/>
              <a:ahLst/>
              <a:cxnLst/>
              <a:rect r="r" b="b" t="t" l="l"/>
              <a:pathLst>
                <a:path h="6667772" w="4584093">
                  <a:moveTo>
                    <a:pt x="0" y="0"/>
                  </a:moveTo>
                  <a:lnTo>
                    <a:pt x="4584093" y="0"/>
                  </a:lnTo>
                  <a:lnTo>
                    <a:pt x="4584093" y="6667771"/>
                  </a:lnTo>
                  <a:lnTo>
                    <a:pt x="0" y="6667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>
              <a:grpSpLocks noChangeAspect="true"/>
            </p:cNvGrpSpPr>
            <p:nvPr/>
          </p:nvGrpSpPr>
          <p:grpSpPr>
            <a:xfrm rot="0">
              <a:off x="1092272" y="674583"/>
              <a:ext cx="5003317" cy="5812403"/>
              <a:chOff x="0" y="0"/>
              <a:chExt cx="546608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438261" cy="6348730"/>
              </a:xfrm>
              <a:custGeom>
                <a:avLst/>
                <a:gdLst/>
                <a:ahLst/>
                <a:cxnLst/>
                <a:rect r="r" b="b" t="t" l="l"/>
                <a:pathLst>
                  <a:path h="6348730" w="5438261">
                    <a:moveTo>
                      <a:pt x="5419090" y="0"/>
                    </a:moveTo>
                    <a:lnTo>
                      <a:pt x="19050" y="0"/>
                    </a:lnTo>
                    <a:cubicBezTo>
                      <a:pt x="8890" y="0"/>
                      <a:pt x="0" y="8890"/>
                      <a:pt x="0" y="20320"/>
                    </a:cubicBezTo>
                    <a:lnTo>
                      <a:pt x="0" y="6329680"/>
                    </a:lnTo>
                    <a:cubicBezTo>
                      <a:pt x="0" y="6339840"/>
                      <a:pt x="8890" y="6348730"/>
                      <a:pt x="19050" y="6348730"/>
                    </a:cubicBezTo>
                    <a:lnTo>
                      <a:pt x="5419090" y="6348730"/>
                    </a:lnTo>
                    <a:cubicBezTo>
                      <a:pt x="5429250" y="6348730"/>
                      <a:pt x="5438140" y="6339840"/>
                      <a:pt x="5438140" y="6329680"/>
                    </a:cubicBezTo>
                    <a:lnTo>
                      <a:pt x="5438140" y="20320"/>
                    </a:lnTo>
                    <a:cubicBezTo>
                      <a:pt x="5439410" y="8890"/>
                      <a:pt x="5430520" y="0"/>
                      <a:pt x="5419090" y="0"/>
                    </a:cubicBezTo>
                    <a:close/>
                    <a:moveTo>
                      <a:pt x="5137150" y="314960"/>
                    </a:moveTo>
                    <a:lnTo>
                      <a:pt x="5137150" y="4970780"/>
                    </a:lnTo>
                    <a:cubicBezTo>
                      <a:pt x="5137150" y="4980940"/>
                      <a:pt x="5128260" y="4989830"/>
                      <a:pt x="5118100" y="4989830"/>
                    </a:cubicBezTo>
                    <a:lnTo>
                      <a:pt x="266700" y="4989830"/>
                    </a:lnTo>
                    <a:cubicBezTo>
                      <a:pt x="256540" y="4989830"/>
                      <a:pt x="247650" y="4980940"/>
                      <a:pt x="247650" y="4970780"/>
                    </a:cubicBezTo>
                    <a:lnTo>
                      <a:pt x="247650" y="314960"/>
                    </a:lnTo>
                    <a:cubicBezTo>
                      <a:pt x="247650" y="304800"/>
                      <a:pt x="256540" y="295910"/>
                      <a:pt x="266700" y="295910"/>
                    </a:cubicBezTo>
                    <a:lnTo>
                      <a:pt x="5118100" y="295910"/>
                    </a:lnTo>
                    <a:cubicBezTo>
                      <a:pt x="5129530" y="294640"/>
                      <a:pt x="5137150" y="303530"/>
                      <a:pt x="5137150" y="314960"/>
                    </a:cubicBez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Freeform 10" id="10"/>
              <p:cNvSpPr/>
              <p:nvPr/>
            </p:nvSpPr>
            <p:spPr>
              <a:xfrm flipH="false" flipV="false" rot="0">
                <a:off x="247650" y="294640"/>
                <a:ext cx="4889500" cy="4693920"/>
              </a:xfrm>
              <a:custGeom>
                <a:avLst/>
                <a:gdLst/>
                <a:ahLst/>
                <a:cxnLst/>
                <a:rect r="r" b="b" t="t" l="l"/>
                <a:pathLst>
                  <a:path h="4693920" w="4889500">
                    <a:moveTo>
                      <a:pt x="4870450" y="0"/>
                    </a:moveTo>
                    <a:lnTo>
                      <a:pt x="19050" y="0"/>
                    </a:lnTo>
                    <a:cubicBezTo>
                      <a:pt x="8890" y="0"/>
                      <a:pt x="0" y="8890"/>
                      <a:pt x="0" y="19050"/>
                    </a:cubicBezTo>
                    <a:lnTo>
                      <a:pt x="0" y="4674870"/>
                    </a:lnTo>
                    <a:cubicBezTo>
                      <a:pt x="0" y="4686300"/>
                      <a:pt x="8890" y="4693920"/>
                      <a:pt x="19050" y="4693920"/>
                    </a:cubicBezTo>
                    <a:lnTo>
                      <a:pt x="4870450" y="4693920"/>
                    </a:lnTo>
                    <a:cubicBezTo>
                      <a:pt x="4880610" y="4693920"/>
                      <a:pt x="4889500" y="4685030"/>
                      <a:pt x="4889500" y="4674870"/>
                    </a:cubicBezTo>
                    <a:lnTo>
                      <a:pt x="4889500" y="20320"/>
                    </a:lnTo>
                    <a:cubicBezTo>
                      <a:pt x="4889500" y="8890"/>
                      <a:pt x="4881880" y="0"/>
                      <a:pt x="487045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-19444" r="0" b="-19444"/>
                </a:stretch>
              </a:blip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1270" y="6350"/>
                <a:ext cx="5457190" cy="6342380"/>
              </a:xfrm>
              <a:custGeom>
                <a:avLst/>
                <a:gdLst/>
                <a:ahLst/>
                <a:cxnLst/>
                <a:rect r="r" b="b" t="t" l="l"/>
                <a:pathLst>
                  <a:path h="6342380" w="5457190">
                    <a:moveTo>
                      <a:pt x="5137150" y="302260"/>
                    </a:moveTo>
                    <a:cubicBezTo>
                      <a:pt x="5137150" y="302260"/>
                      <a:pt x="5133340" y="290830"/>
                      <a:pt x="5119370" y="289560"/>
                    </a:cubicBezTo>
                    <a:lnTo>
                      <a:pt x="248920" y="289560"/>
                    </a:lnTo>
                    <a:cubicBezTo>
                      <a:pt x="240030" y="289560"/>
                      <a:pt x="228600" y="293370"/>
                      <a:pt x="228600" y="303530"/>
                    </a:cubicBezTo>
                    <a:lnTo>
                      <a:pt x="232410" y="312420"/>
                    </a:lnTo>
                    <a:cubicBezTo>
                      <a:pt x="236220" y="307340"/>
                      <a:pt x="242570" y="304800"/>
                      <a:pt x="248920" y="304800"/>
                    </a:cubicBezTo>
                    <a:lnTo>
                      <a:pt x="5123180" y="304800"/>
                    </a:lnTo>
                    <a:lnTo>
                      <a:pt x="5123180" y="4966970"/>
                    </a:lnTo>
                    <a:cubicBezTo>
                      <a:pt x="5123180" y="4973320"/>
                      <a:pt x="5120640" y="4979670"/>
                      <a:pt x="5115560" y="4983480"/>
                    </a:cubicBezTo>
                    <a:lnTo>
                      <a:pt x="5120640" y="4983480"/>
                    </a:lnTo>
                    <a:cubicBezTo>
                      <a:pt x="5129530" y="4983480"/>
                      <a:pt x="5137150" y="4975860"/>
                      <a:pt x="5137150" y="4966970"/>
                    </a:cubicBezTo>
                    <a:lnTo>
                      <a:pt x="5137150" y="302260"/>
                    </a:lnTo>
                    <a:close/>
                    <a:moveTo>
                      <a:pt x="5438140" y="6324600"/>
                    </a:moveTo>
                    <a:lnTo>
                      <a:pt x="20320" y="6324600"/>
                    </a:lnTo>
                    <a:lnTo>
                      <a:pt x="20320" y="12700"/>
                    </a:lnTo>
                    <a:lnTo>
                      <a:pt x="6350" y="0"/>
                    </a:lnTo>
                    <a:lnTo>
                      <a:pt x="5080" y="0"/>
                    </a:lnTo>
                    <a:cubicBezTo>
                      <a:pt x="2540" y="3810"/>
                      <a:pt x="0" y="7620"/>
                      <a:pt x="0" y="12700"/>
                    </a:cubicBezTo>
                    <a:lnTo>
                      <a:pt x="0" y="6323330"/>
                    </a:lnTo>
                    <a:cubicBezTo>
                      <a:pt x="0" y="6334760"/>
                      <a:pt x="8890" y="6342380"/>
                      <a:pt x="19050" y="6342380"/>
                    </a:cubicBezTo>
                    <a:lnTo>
                      <a:pt x="5444490" y="6342380"/>
                    </a:lnTo>
                    <a:cubicBezTo>
                      <a:pt x="5449570" y="6342380"/>
                      <a:pt x="5453380" y="6341110"/>
                      <a:pt x="5457190" y="6337300"/>
                    </a:cubicBezTo>
                    <a:lnTo>
                      <a:pt x="5438140" y="6324600"/>
                    </a:lnTo>
                    <a:close/>
                  </a:path>
                </a:pathLst>
              </a:custGeom>
              <a:solidFill>
                <a:srgbClr val="3C3333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7620" y="0"/>
                <a:ext cx="5458460" cy="6344920"/>
              </a:xfrm>
              <a:custGeom>
                <a:avLst/>
                <a:gdLst/>
                <a:ahLst/>
                <a:cxnLst/>
                <a:rect r="r" b="b" t="t" l="l"/>
                <a:pathLst>
                  <a:path h="6344920" w="5458460">
                    <a:moveTo>
                      <a:pt x="5125720" y="4987290"/>
                    </a:moveTo>
                    <a:cubicBezTo>
                      <a:pt x="5121910" y="4992370"/>
                      <a:pt x="5116830" y="4994910"/>
                      <a:pt x="5110480" y="4994910"/>
                    </a:cubicBezTo>
                    <a:lnTo>
                      <a:pt x="243840" y="4994910"/>
                    </a:lnTo>
                    <a:cubicBezTo>
                      <a:pt x="237490" y="4994910"/>
                      <a:pt x="231140" y="4992370"/>
                      <a:pt x="227330" y="4986020"/>
                    </a:cubicBezTo>
                    <a:cubicBezTo>
                      <a:pt x="222250" y="4982210"/>
                      <a:pt x="219710" y="4977130"/>
                      <a:pt x="219710" y="4970780"/>
                    </a:cubicBezTo>
                    <a:lnTo>
                      <a:pt x="219710" y="314960"/>
                    </a:lnTo>
                    <a:cubicBezTo>
                      <a:pt x="219710" y="309880"/>
                      <a:pt x="222250" y="304800"/>
                      <a:pt x="226060" y="300990"/>
                    </a:cubicBezTo>
                    <a:lnTo>
                      <a:pt x="240030" y="311150"/>
                    </a:lnTo>
                    <a:lnTo>
                      <a:pt x="240030" y="4975860"/>
                    </a:lnTo>
                    <a:lnTo>
                      <a:pt x="5110480" y="4975860"/>
                    </a:lnTo>
                    <a:cubicBezTo>
                      <a:pt x="5113020" y="4975860"/>
                      <a:pt x="5115560" y="4974590"/>
                      <a:pt x="5116830" y="4974590"/>
                    </a:cubicBezTo>
                    <a:lnTo>
                      <a:pt x="5125720" y="4987290"/>
                    </a:lnTo>
                    <a:close/>
                    <a:moveTo>
                      <a:pt x="5458460" y="19050"/>
                    </a:moveTo>
                    <a:lnTo>
                      <a:pt x="5458460" y="6330950"/>
                    </a:lnTo>
                    <a:cubicBezTo>
                      <a:pt x="5458460" y="6336030"/>
                      <a:pt x="5455920" y="6341110"/>
                      <a:pt x="5450840" y="6344920"/>
                    </a:cubicBezTo>
                    <a:lnTo>
                      <a:pt x="5429250" y="6329680"/>
                    </a:lnTo>
                    <a:lnTo>
                      <a:pt x="5429250" y="20320"/>
                    </a:lnTo>
                    <a:lnTo>
                      <a:pt x="13970" y="20320"/>
                    </a:lnTo>
                    <a:lnTo>
                      <a:pt x="0" y="7620"/>
                    </a:lnTo>
                    <a:cubicBezTo>
                      <a:pt x="3810" y="2540"/>
                      <a:pt x="8890" y="0"/>
                      <a:pt x="15240" y="0"/>
                    </a:cubicBezTo>
                    <a:lnTo>
                      <a:pt x="5439410" y="0"/>
                    </a:lnTo>
                    <a:cubicBezTo>
                      <a:pt x="5449570" y="0"/>
                      <a:pt x="5458460" y="8890"/>
                      <a:pt x="5458460" y="19050"/>
                    </a:cubicBezTo>
                    <a:close/>
                    <a:moveTo>
                      <a:pt x="5455920" y="30480"/>
                    </a:moveTo>
                    <a:cubicBezTo>
                      <a:pt x="5453380" y="26670"/>
                      <a:pt x="5450840" y="24130"/>
                      <a:pt x="5447030" y="21590"/>
                    </a:cubicBezTo>
                    <a:lnTo>
                      <a:pt x="5455920" y="304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1857275" y="32286"/>
              <a:ext cx="811720" cy="1458973"/>
            </a:xfrm>
            <a:custGeom>
              <a:avLst/>
              <a:gdLst/>
              <a:ahLst/>
              <a:cxnLst/>
              <a:rect r="r" b="b" t="t" l="l"/>
              <a:pathLst>
                <a:path h="1458973" w="811720">
                  <a:moveTo>
                    <a:pt x="0" y="0"/>
                  </a:moveTo>
                  <a:lnTo>
                    <a:pt x="811720" y="0"/>
                  </a:lnTo>
                  <a:lnTo>
                    <a:pt x="811720" y="1458973"/>
                  </a:lnTo>
                  <a:lnTo>
                    <a:pt x="0" y="1458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6744950" y="1387793"/>
            <a:ext cx="922869" cy="922869"/>
          </a:xfrm>
          <a:custGeom>
            <a:avLst/>
            <a:gdLst/>
            <a:ahLst/>
            <a:cxnLst/>
            <a:rect r="r" b="b" t="t" l="l"/>
            <a:pathLst>
              <a:path h="922869" w="922869">
                <a:moveTo>
                  <a:pt x="0" y="0"/>
                </a:moveTo>
                <a:lnTo>
                  <a:pt x="922869" y="0"/>
                </a:lnTo>
                <a:lnTo>
                  <a:pt x="922869" y="922869"/>
                </a:lnTo>
                <a:lnTo>
                  <a:pt x="0" y="9228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79360" y="810875"/>
            <a:ext cx="576918" cy="576918"/>
          </a:xfrm>
          <a:custGeom>
            <a:avLst/>
            <a:gdLst/>
            <a:ahLst/>
            <a:cxnLst/>
            <a:rect r="r" b="b" t="t" l="l"/>
            <a:pathLst>
              <a:path h="576918" w="576918">
                <a:moveTo>
                  <a:pt x="0" y="0"/>
                </a:moveTo>
                <a:lnTo>
                  <a:pt x="576918" y="0"/>
                </a:lnTo>
                <a:lnTo>
                  <a:pt x="576918" y="576918"/>
                </a:lnTo>
                <a:lnTo>
                  <a:pt x="0" y="5769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70130" y="8926626"/>
            <a:ext cx="1143020" cy="1143020"/>
          </a:xfrm>
          <a:custGeom>
            <a:avLst/>
            <a:gdLst/>
            <a:ahLst/>
            <a:cxnLst/>
            <a:rect r="r" b="b" t="t" l="l"/>
            <a:pathLst>
              <a:path h="1143020" w="1143020">
                <a:moveTo>
                  <a:pt x="0" y="0"/>
                </a:moveTo>
                <a:lnTo>
                  <a:pt x="1143020" y="0"/>
                </a:lnTo>
                <a:lnTo>
                  <a:pt x="1143020" y="1143020"/>
                </a:lnTo>
                <a:lnTo>
                  <a:pt x="0" y="11430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83444" y="244552"/>
            <a:ext cx="854781" cy="854781"/>
          </a:xfrm>
          <a:custGeom>
            <a:avLst/>
            <a:gdLst/>
            <a:ahLst/>
            <a:cxnLst/>
            <a:rect r="r" b="b" t="t" l="l"/>
            <a:pathLst>
              <a:path h="854781" w="854781">
                <a:moveTo>
                  <a:pt x="0" y="0"/>
                </a:moveTo>
                <a:lnTo>
                  <a:pt x="854781" y="0"/>
                </a:lnTo>
                <a:lnTo>
                  <a:pt x="854781" y="854782"/>
                </a:lnTo>
                <a:lnTo>
                  <a:pt x="0" y="8547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38225" y="1627847"/>
            <a:ext cx="10015669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Target Users &amp; Features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124655" y="3298922"/>
            <a:ext cx="9620295" cy="5404507"/>
            <a:chOff x="0" y="0"/>
            <a:chExt cx="12827060" cy="720600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2827060" cy="7206009"/>
              <a:chOff x="0" y="0"/>
              <a:chExt cx="2533740" cy="142340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533740" cy="1423409"/>
              </a:xfrm>
              <a:custGeom>
                <a:avLst/>
                <a:gdLst/>
                <a:ahLst/>
                <a:cxnLst/>
                <a:rect r="r" b="b" t="t" l="l"/>
                <a:pathLst>
                  <a:path h="1423409" w="2533740">
                    <a:moveTo>
                      <a:pt x="41042" y="0"/>
                    </a:moveTo>
                    <a:lnTo>
                      <a:pt x="2492698" y="0"/>
                    </a:lnTo>
                    <a:cubicBezTo>
                      <a:pt x="2503583" y="0"/>
                      <a:pt x="2514022" y="4324"/>
                      <a:pt x="2521719" y="12021"/>
                    </a:cubicBezTo>
                    <a:cubicBezTo>
                      <a:pt x="2529416" y="19718"/>
                      <a:pt x="2533740" y="30157"/>
                      <a:pt x="2533740" y="41042"/>
                    </a:cubicBezTo>
                    <a:lnTo>
                      <a:pt x="2533740" y="1382367"/>
                    </a:lnTo>
                    <a:cubicBezTo>
                      <a:pt x="2533740" y="1393252"/>
                      <a:pt x="2529416" y="1403691"/>
                      <a:pt x="2521719" y="1411388"/>
                    </a:cubicBezTo>
                    <a:cubicBezTo>
                      <a:pt x="2514022" y="1419085"/>
                      <a:pt x="2503583" y="1423409"/>
                      <a:pt x="2492698" y="1423409"/>
                    </a:cubicBezTo>
                    <a:lnTo>
                      <a:pt x="41042" y="1423409"/>
                    </a:lnTo>
                    <a:cubicBezTo>
                      <a:pt x="30157" y="1423409"/>
                      <a:pt x="19718" y="1419085"/>
                      <a:pt x="12021" y="1411388"/>
                    </a:cubicBezTo>
                    <a:cubicBezTo>
                      <a:pt x="4324" y="1403691"/>
                      <a:pt x="0" y="1393252"/>
                      <a:pt x="0" y="1382367"/>
                    </a:cubicBezTo>
                    <a:lnTo>
                      <a:pt x="0" y="41042"/>
                    </a:lnTo>
                    <a:cubicBezTo>
                      <a:pt x="0" y="30157"/>
                      <a:pt x="4324" y="19718"/>
                      <a:pt x="12021" y="12021"/>
                    </a:cubicBezTo>
                    <a:cubicBezTo>
                      <a:pt x="19718" y="4324"/>
                      <a:pt x="30157" y="0"/>
                      <a:pt x="41042" y="0"/>
                    </a:cubicBezTo>
                    <a:close/>
                  </a:path>
                </a:pathLst>
              </a:custGeom>
              <a:solidFill>
                <a:srgbClr val="ECE6DB">
                  <a:alpha val="49804"/>
                </a:srgbClr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2533740" cy="14710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5026064" y="529025"/>
              <a:ext cx="7377942" cy="6067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Features</a:t>
              </a:r>
            </a:p>
            <a:p>
              <a:pPr algn="l" marL="539751" indent="-269876" lvl="1">
                <a:lnSpc>
                  <a:spcPts val="35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User login</a:t>
              </a:r>
            </a:p>
            <a:p>
              <a:pPr algn="l" marL="539751" indent="-269876" lvl="1">
                <a:lnSpc>
                  <a:spcPts val="35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Product catalogue</a:t>
              </a:r>
            </a:p>
            <a:p>
              <a:pPr algn="l" marL="539751" indent="-269876" lvl="1">
                <a:lnSpc>
                  <a:spcPts val="35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Sell items</a:t>
              </a:r>
            </a:p>
            <a:p>
              <a:pPr algn="l" marL="539751" indent="-269876" lvl="1">
                <a:lnSpc>
                  <a:spcPts val="35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Automatic sales total</a:t>
              </a:r>
            </a:p>
            <a:p>
              <a:pPr algn="l" marL="539751" indent="-269876" lvl="1">
                <a:lnSpc>
                  <a:spcPts val="35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Automatic stock deduction</a:t>
              </a:r>
            </a:p>
            <a:p>
              <a:pPr algn="l" marL="539751" indent="-269876" lvl="1">
                <a:lnSpc>
                  <a:spcPts val="35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Stock up/restocking</a:t>
              </a:r>
            </a:p>
            <a:p>
              <a:pPr algn="l" marL="539751" indent="-269876" lvl="1">
                <a:lnSpc>
                  <a:spcPts val="35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Low-stock alerts</a:t>
              </a:r>
            </a:p>
            <a:p>
              <a:pPr algn="l" marL="539751" indent="-269876" lvl="1">
                <a:lnSpc>
                  <a:spcPts val="35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Sales dashboard</a:t>
              </a:r>
            </a:p>
            <a:p>
              <a:pPr algn="l" marL="539751" indent="-269876" lvl="1">
                <a:lnSpc>
                  <a:spcPts val="35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Best-selling and slow-selling products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505097" y="529025"/>
              <a:ext cx="4343167" cy="1978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Target users</a:t>
              </a:r>
            </a:p>
            <a:p>
              <a:pPr algn="l" marL="539751" indent="-269876" lvl="1">
                <a:lnSpc>
                  <a:spcPts val="35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Spaza-shop owners</a:t>
              </a:r>
            </a:p>
            <a:p>
              <a:pPr algn="l" marL="539751" indent="-269876" lvl="1">
                <a:lnSpc>
                  <a:spcPts val="35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Small retail shops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585" r="0" b="-1658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05414">
            <a:off x="-1635141" y="677959"/>
            <a:ext cx="6350539" cy="2121518"/>
          </a:xfrm>
          <a:custGeom>
            <a:avLst/>
            <a:gdLst/>
            <a:ahLst/>
            <a:cxnLst/>
            <a:rect r="r" b="b" t="t" l="l"/>
            <a:pathLst>
              <a:path h="2121518" w="6350539">
                <a:moveTo>
                  <a:pt x="6350539" y="0"/>
                </a:moveTo>
                <a:lnTo>
                  <a:pt x="0" y="0"/>
                </a:lnTo>
                <a:lnTo>
                  <a:pt x="0" y="2121518"/>
                </a:lnTo>
                <a:lnTo>
                  <a:pt x="6350539" y="2121518"/>
                </a:lnTo>
                <a:lnTo>
                  <a:pt x="6350539" y="0"/>
                </a:lnTo>
                <a:close/>
              </a:path>
            </a:pathLst>
          </a:custGeom>
          <a:blipFill>
            <a:blip r:embed="rId3"/>
            <a:stretch>
              <a:fillRect l="0" t="0" r="-5228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53051">
            <a:off x="-1264421" y="-2095828"/>
            <a:ext cx="8904492" cy="3205617"/>
          </a:xfrm>
          <a:custGeom>
            <a:avLst/>
            <a:gdLst/>
            <a:ahLst/>
            <a:cxnLst/>
            <a:rect r="r" b="b" t="t" l="l"/>
            <a:pathLst>
              <a:path h="3205617" w="8904492">
                <a:moveTo>
                  <a:pt x="0" y="0"/>
                </a:moveTo>
                <a:lnTo>
                  <a:pt x="8904492" y="0"/>
                </a:lnTo>
                <a:lnTo>
                  <a:pt x="8904492" y="3205617"/>
                </a:lnTo>
                <a:lnTo>
                  <a:pt x="0" y="3205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3666" y="1962275"/>
            <a:ext cx="1028700" cy="1028700"/>
          </a:xfrm>
          <a:custGeom>
            <a:avLst/>
            <a:gdLst/>
            <a:ahLst/>
            <a:cxnLst/>
            <a:rect r="r" b="b" t="t" l="l"/>
            <a:pathLst>
              <a:path h="1028700" w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>
            <a:off x="315164" y="2476626"/>
            <a:ext cx="7593585" cy="5104395"/>
          </a:xfrm>
          <a:custGeom>
            <a:avLst/>
            <a:gdLst/>
            <a:ahLst/>
            <a:cxnLst/>
            <a:rect r="r" b="b" t="t" l="l"/>
            <a:pathLst>
              <a:path h="5104395" w="7593585">
                <a:moveTo>
                  <a:pt x="0" y="5104395"/>
                </a:moveTo>
                <a:lnTo>
                  <a:pt x="0" y="228600"/>
                </a:lnTo>
                <a:cubicBezTo>
                  <a:pt x="0" y="102347"/>
                  <a:pt x="102348" y="0"/>
                  <a:pt x="228600" y="0"/>
                </a:cubicBezTo>
                <a:lnTo>
                  <a:pt x="7593585" y="0"/>
                </a:lnTo>
              </a:path>
            </a:pathLst>
          </a:custGeom>
          <a:ln cap="rnd" w="38100">
            <a:solidFill>
              <a:srgbClr val="ECE6DB"/>
            </a:solidFill>
            <a:prstDash val="sysDash"/>
            <a:headEnd type="none" len="sm" w="sm"/>
            <a:tailEnd type="diamond" len="lg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134943" y="199502"/>
            <a:ext cx="2717669" cy="1792967"/>
          </a:xfrm>
          <a:custGeom>
            <a:avLst/>
            <a:gdLst/>
            <a:ahLst/>
            <a:cxnLst/>
            <a:rect r="r" b="b" t="t" l="l"/>
            <a:pathLst>
              <a:path h="1792967" w="2717669">
                <a:moveTo>
                  <a:pt x="0" y="0"/>
                </a:moveTo>
                <a:lnTo>
                  <a:pt x="2717670" y="0"/>
                </a:lnTo>
                <a:lnTo>
                  <a:pt x="2717670" y="1792968"/>
                </a:lnTo>
                <a:lnTo>
                  <a:pt x="0" y="17929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79523" y="7590546"/>
            <a:ext cx="14444076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ECE6DB"/>
                </a:solidFill>
                <a:latin typeface="Forum"/>
                <a:ea typeface="Forum"/>
                <a:cs typeface="Forum"/>
                <a:sym typeface="Forum"/>
              </a:rPr>
              <a:t>How it works and technology used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79540" y="3641450"/>
            <a:ext cx="7122021" cy="3099350"/>
            <a:chOff x="0" y="0"/>
            <a:chExt cx="9496027" cy="413246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496027" cy="4132466"/>
              <a:chOff x="0" y="0"/>
              <a:chExt cx="1875759" cy="81629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875759" cy="816290"/>
              </a:xfrm>
              <a:custGeom>
                <a:avLst/>
                <a:gdLst/>
                <a:ahLst/>
                <a:cxnLst/>
                <a:rect r="r" b="b" t="t" l="l"/>
                <a:pathLst>
                  <a:path h="816290" w="1875759">
                    <a:moveTo>
                      <a:pt x="32611" y="0"/>
                    </a:moveTo>
                    <a:lnTo>
                      <a:pt x="1843147" y="0"/>
                    </a:lnTo>
                    <a:cubicBezTo>
                      <a:pt x="1861158" y="0"/>
                      <a:pt x="1875759" y="14601"/>
                      <a:pt x="1875759" y="32611"/>
                    </a:cubicBezTo>
                    <a:lnTo>
                      <a:pt x="1875759" y="783678"/>
                    </a:lnTo>
                    <a:cubicBezTo>
                      <a:pt x="1875759" y="801689"/>
                      <a:pt x="1861158" y="816290"/>
                      <a:pt x="1843147" y="816290"/>
                    </a:cubicBezTo>
                    <a:lnTo>
                      <a:pt x="32611" y="816290"/>
                    </a:lnTo>
                    <a:cubicBezTo>
                      <a:pt x="14601" y="816290"/>
                      <a:pt x="0" y="801689"/>
                      <a:pt x="0" y="783678"/>
                    </a:cubicBezTo>
                    <a:lnTo>
                      <a:pt x="0" y="32611"/>
                    </a:lnTo>
                    <a:cubicBezTo>
                      <a:pt x="0" y="14601"/>
                      <a:pt x="14601" y="0"/>
                      <a:pt x="32611" y="0"/>
                    </a:cubicBezTo>
                    <a:close/>
                  </a:path>
                </a:pathLst>
              </a:custGeom>
              <a:solidFill>
                <a:srgbClr val="ECE6D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1875759" cy="8639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32005" y="319617"/>
              <a:ext cx="5046775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9"/>
                </a:lnSpc>
              </a:pPr>
              <a:r>
                <a:rPr lang="en-US" sz="349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How Count4U Works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3840" y="1346736"/>
              <a:ext cx="9328347" cy="2299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Select product → Add to sale → Checkout → Sale recorded → Stock updated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For restocking: Select product → Enter quantity → Stock updated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330250" y="224257"/>
            <a:ext cx="519109" cy="519109"/>
          </a:xfrm>
          <a:custGeom>
            <a:avLst/>
            <a:gdLst/>
            <a:ahLst/>
            <a:cxnLst/>
            <a:rect r="r" b="b" t="t" l="l"/>
            <a:pathLst>
              <a:path h="519109" w="519109">
                <a:moveTo>
                  <a:pt x="0" y="0"/>
                </a:moveTo>
                <a:lnTo>
                  <a:pt x="519109" y="0"/>
                </a:lnTo>
                <a:lnTo>
                  <a:pt x="519109" y="519108"/>
                </a:lnTo>
                <a:lnTo>
                  <a:pt x="0" y="5191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0">
            <a:off x="315164" y="7841815"/>
            <a:ext cx="1928717" cy="1928717"/>
          </a:xfrm>
          <a:custGeom>
            <a:avLst/>
            <a:gdLst/>
            <a:ahLst/>
            <a:cxnLst/>
            <a:rect r="r" b="b" t="t" l="l"/>
            <a:pathLst>
              <a:path h="1928717" w="1928717">
                <a:moveTo>
                  <a:pt x="0" y="1928717"/>
                </a:moveTo>
                <a:lnTo>
                  <a:pt x="1928717" y="1928717"/>
                </a:lnTo>
                <a:lnTo>
                  <a:pt x="1928717" y="0"/>
                </a:lnTo>
                <a:lnTo>
                  <a:pt x="0" y="0"/>
                </a:lnTo>
                <a:lnTo>
                  <a:pt x="0" y="1928717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361382" y="3641450"/>
            <a:ext cx="7122021" cy="3099350"/>
            <a:chOff x="0" y="0"/>
            <a:chExt cx="9496027" cy="413246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496027" cy="4132466"/>
              <a:chOff x="0" y="0"/>
              <a:chExt cx="1875759" cy="81629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875759" cy="816290"/>
              </a:xfrm>
              <a:custGeom>
                <a:avLst/>
                <a:gdLst/>
                <a:ahLst/>
                <a:cxnLst/>
                <a:rect r="r" b="b" t="t" l="l"/>
                <a:pathLst>
                  <a:path h="816290" w="1875759">
                    <a:moveTo>
                      <a:pt x="32611" y="0"/>
                    </a:moveTo>
                    <a:lnTo>
                      <a:pt x="1843147" y="0"/>
                    </a:lnTo>
                    <a:cubicBezTo>
                      <a:pt x="1861158" y="0"/>
                      <a:pt x="1875759" y="14601"/>
                      <a:pt x="1875759" y="32611"/>
                    </a:cubicBezTo>
                    <a:lnTo>
                      <a:pt x="1875759" y="783678"/>
                    </a:lnTo>
                    <a:cubicBezTo>
                      <a:pt x="1875759" y="801689"/>
                      <a:pt x="1861158" y="816290"/>
                      <a:pt x="1843147" y="816290"/>
                    </a:cubicBezTo>
                    <a:lnTo>
                      <a:pt x="32611" y="816290"/>
                    </a:lnTo>
                    <a:cubicBezTo>
                      <a:pt x="14601" y="816290"/>
                      <a:pt x="0" y="801689"/>
                      <a:pt x="0" y="783678"/>
                    </a:cubicBezTo>
                    <a:lnTo>
                      <a:pt x="0" y="32611"/>
                    </a:lnTo>
                    <a:cubicBezTo>
                      <a:pt x="0" y="14601"/>
                      <a:pt x="14601" y="0"/>
                      <a:pt x="32611" y="0"/>
                    </a:cubicBezTo>
                    <a:close/>
                  </a:path>
                </a:pathLst>
              </a:custGeom>
              <a:solidFill>
                <a:srgbClr val="ECE6DB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1875759" cy="8639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32005" y="319617"/>
              <a:ext cx="5046775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9"/>
                </a:lnSpc>
              </a:pPr>
              <a:r>
                <a:rPr lang="en-US" sz="349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Technology Used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32005" y="1346736"/>
              <a:ext cx="2871552" cy="1715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HTML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C</a:t>
              </a:r>
              <a:r>
                <a:rPr lang="en-US" sz="249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SS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Bootstrap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697214" y="1346736"/>
              <a:ext cx="2871552" cy="1715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JavaScript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PHP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MySQL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767" r="0" b="-107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970803">
            <a:off x="-792189" y="-1653760"/>
            <a:ext cx="3404997" cy="8229600"/>
          </a:xfrm>
          <a:custGeom>
            <a:avLst/>
            <a:gdLst/>
            <a:ahLst/>
            <a:cxnLst/>
            <a:rect r="r" b="b" t="t" l="l"/>
            <a:pathLst>
              <a:path h="8229600" w="3404997">
                <a:moveTo>
                  <a:pt x="0" y="0"/>
                </a:moveTo>
                <a:lnTo>
                  <a:pt x="3404997" y="0"/>
                </a:lnTo>
                <a:lnTo>
                  <a:pt x="340499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53051">
            <a:off x="-1264421" y="-1602809"/>
            <a:ext cx="8904492" cy="3205617"/>
          </a:xfrm>
          <a:custGeom>
            <a:avLst/>
            <a:gdLst/>
            <a:ahLst/>
            <a:cxnLst/>
            <a:rect r="r" b="b" t="t" l="l"/>
            <a:pathLst>
              <a:path h="3205617" w="8904492">
                <a:moveTo>
                  <a:pt x="0" y="0"/>
                </a:moveTo>
                <a:lnTo>
                  <a:pt x="8904492" y="0"/>
                </a:lnTo>
                <a:lnTo>
                  <a:pt x="8904492" y="3205618"/>
                </a:lnTo>
                <a:lnTo>
                  <a:pt x="0" y="3205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>
            <a:off x="315164" y="3263643"/>
            <a:ext cx="6276410" cy="2392861"/>
          </a:xfrm>
          <a:custGeom>
            <a:avLst/>
            <a:gdLst/>
            <a:ahLst/>
            <a:cxnLst/>
            <a:rect r="r" b="b" t="t" l="l"/>
            <a:pathLst>
              <a:path h="2392861" w="6276410">
                <a:moveTo>
                  <a:pt x="0" y="2392860"/>
                </a:moveTo>
                <a:lnTo>
                  <a:pt x="0" y="228600"/>
                </a:lnTo>
                <a:cubicBezTo>
                  <a:pt x="0" y="102347"/>
                  <a:pt x="102348" y="0"/>
                  <a:pt x="228600" y="0"/>
                </a:cubicBezTo>
                <a:lnTo>
                  <a:pt x="6276410" y="0"/>
                </a:lnTo>
              </a:path>
            </a:pathLst>
          </a:custGeom>
          <a:ln cap="rnd" w="38100">
            <a:solidFill>
              <a:srgbClr val="ECE6DB"/>
            </a:solidFill>
            <a:prstDash val="sysDash"/>
            <a:headEnd type="none" len="sm" w="sm"/>
            <a:tailEnd type="diamond" len="lg" w="lg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134943" y="199502"/>
            <a:ext cx="2717669" cy="1792967"/>
          </a:xfrm>
          <a:custGeom>
            <a:avLst/>
            <a:gdLst/>
            <a:ahLst/>
            <a:cxnLst/>
            <a:rect r="r" b="b" t="t" l="l"/>
            <a:pathLst>
              <a:path h="1792967" w="2717669">
                <a:moveTo>
                  <a:pt x="0" y="0"/>
                </a:moveTo>
                <a:lnTo>
                  <a:pt x="2717670" y="0"/>
                </a:lnTo>
                <a:lnTo>
                  <a:pt x="2717670" y="1792968"/>
                </a:lnTo>
                <a:lnTo>
                  <a:pt x="0" y="17929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999474"/>
            <a:ext cx="5945938" cy="280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ECE6DB"/>
                </a:solidFill>
                <a:latin typeface="Forum"/>
                <a:ea typeface="Forum"/>
                <a:cs typeface="Forum"/>
                <a:sym typeface="Forum"/>
              </a:rPr>
              <a:t>Benefits &amp; Improvements</a:t>
            </a:r>
          </a:p>
        </p:txBody>
      </p:sp>
      <p:sp>
        <p:nvSpPr>
          <p:cNvPr name="Freeform 8" id="8"/>
          <p:cNvSpPr/>
          <p:nvPr/>
        </p:nvSpPr>
        <p:spPr>
          <a:xfrm>
            <a:off x="2359642" y="7657261"/>
            <a:ext cx="6643474" cy="2113271"/>
          </a:xfrm>
          <a:custGeom>
            <a:avLst/>
            <a:gdLst/>
            <a:ahLst/>
            <a:cxnLst/>
            <a:rect r="r" b="b" t="t" l="l"/>
            <a:pathLst>
              <a:path h="2113271" w="6643474">
                <a:moveTo>
                  <a:pt x="0" y="2113271"/>
                </a:moveTo>
                <a:lnTo>
                  <a:pt x="4963726" y="2113271"/>
                </a:lnTo>
                <a:cubicBezTo>
                  <a:pt x="5024355" y="2113271"/>
                  <a:pt x="5082501" y="2089186"/>
                  <a:pt x="5125371" y="2046315"/>
                </a:cubicBezTo>
                <a:cubicBezTo>
                  <a:pt x="5168242" y="2003445"/>
                  <a:pt x="5192326" y="1945299"/>
                  <a:pt x="5192326" y="1884671"/>
                </a:cubicBezTo>
                <a:lnTo>
                  <a:pt x="5192326" y="228600"/>
                </a:lnTo>
                <a:cubicBezTo>
                  <a:pt x="5192326" y="102348"/>
                  <a:pt x="5294675" y="0"/>
                  <a:pt x="5420926" y="0"/>
                </a:cubicBezTo>
                <a:lnTo>
                  <a:pt x="6643474" y="0"/>
                </a:lnTo>
              </a:path>
            </a:pathLst>
          </a:custGeom>
          <a:ln cap="rnd" w="38100">
            <a:solidFill>
              <a:srgbClr val="ECE6DB"/>
            </a:solidFill>
            <a:prstDash val="sysDash"/>
            <a:headEnd type="none" len="sm" w="sm"/>
            <a:tailEnd type="diamond" len="lg" w="lg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5145025" y="380043"/>
            <a:ext cx="645407" cy="645407"/>
          </a:xfrm>
          <a:custGeom>
            <a:avLst/>
            <a:gdLst/>
            <a:ahLst/>
            <a:cxnLst/>
            <a:rect r="r" b="b" t="t" l="l"/>
            <a:pathLst>
              <a:path h="645407" w="645407">
                <a:moveTo>
                  <a:pt x="0" y="0"/>
                </a:moveTo>
                <a:lnTo>
                  <a:pt x="645406" y="0"/>
                </a:lnTo>
                <a:lnTo>
                  <a:pt x="645406" y="645407"/>
                </a:lnTo>
                <a:lnTo>
                  <a:pt x="0" y="6454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569341" y="453940"/>
            <a:ext cx="1143020" cy="1143020"/>
          </a:xfrm>
          <a:custGeom>
            <a:avLst/>
            <a:gdLst/>
            <a:ahLst/>
            <a:cxnLst/>
            <a:rect r="r" b="b" t="t" l="l"/>
            <a:pathLst>
              <a:path h="1143020" w="1143020">
                <a:moveTo>
                  <a:pt x="0" y="0"/>
                </a:moveTo>
                <a:lnTo>
                  <a:pt x="1143020" y="0"/>
                </a:lnTo>
                <a:lnTo>
                  <a:pt x="1143020" y="1143020"/>
                </a:lnTo>
                <a:lnTo>
                  <a:pt x="0" y="11430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315164" y="7841815"/>
            <a:ext cx="1928717" cy="1928717"/>
          </a:xfrm>
          <a:custGeom>
            <a:avLst/>
            <a:gdLst/>
            <a:ahLst/>
            <a:cxnLst/>
            <a:rect r="r" b="b" t="t" l="l"/>
            <a:pathLst>
              <a:path h="1928717" w="1928717">
                <a:moveTo>
                  <a:pt x="0" y="1928717"/>
                </a:moveTo>
                <a:lnTo>
                  <a:pt x="1928717" y="1928717"/>
                </a:lnTo>
                <a:lnTo>
                  <a:pt x="1928717" y="0"/>
                </a:lnTo>
                <a:lnTo>
                  <a:pt x="0" y="0"/>
                </a:lnTo>
                <a:lnTo>
                  <a:pt x="0" y="1928717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7433477" y="1596960"/>
            <a:ext cx="7711548" cy="3974904"/>
            <a:chOff x="0" y="0"/>
            <a:chExt cx="10282064" cy="529987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282064" cy="5299871"/>
              <a:chOff x="0" y="0"/>
              <a:chExt cx="2031025" cy="104688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031025" cy="1046888"/>
              </a:xfrm>
              <a:custGeom>
                <a:avLst/>
                <a:gdLst/>
                <a:ahLst/>
                <a:cxnLst/>
                <a:rect r="r" b="b" t="t" l="l"/>
                <a:pathLst>
                  <a:path h="1046888" w="2031025">
                    <a:moveTo>
                      <a:pt x="51201" y="0"/>
                    </a:moveTo>
                    <a:lnTo>
                      <a:pt x="1979824" y="0"/>
                    </a:lnTo>
                    <a:cubicBezTo>
                      <a:pt x="2008101" y="0"/>
                      <a:pt x="2031025" y="22923"/>
                      <a:pt x="2031025" y="51201"/>
                    </a:cubicBezTo>
                    <a:lnTo>
                      <a:pt x="2031025" y="995687"/>
                    </a:lnTo>
                    <a:cubicBezTo>
                      <a:pt x="2031025" y="1023965"/>
                      <a:pt x="2008101" y="1046888"/>
                      <a:pt x="1979824" y="1046888"/>
                    </a:cubicBezTo>
                    <a:lnTo>
                      <a:pt x="51201" y="1046888"/>
                    </a:lnTo>
                    <a:cubicBezTo>
                      <a:pt x="22923" y="1046888"/>
                      <a:pt x="0" y="1023965"/>
                      <a:pt x="0" y="995687"/>
                    </a:cubicBezTo>
                    <a:lnTo>
                      <a:pt x="0" y="51201"/>
                    </a:lnTo>
                    <a:cubicBezTo>
                      <a:pt x="0" y="22923"/>
                      <a:pt x="22923" y="0"/>
                      <a:pt x="51201" y="0"/>
                    </a:cubicBezTo>
                    <a:close/>
                  </a:path>
                </a:pathLst>
              </a:custGeom>
              <a:solidFill>
                <a:srgbClr val="ECE6D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2031025" cy="10945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33696" y="399467"/>
              <a:ext cx="4761871" cy="1126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Benefits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33696" y="1731909"/>
              <a:ext cx="8258087" cy="28839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Saves time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Reduces manual calculations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Makes stock easier to monitor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Shows important sales information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Simple interface for small-shop owners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47752" y="6170924"/>
            <a:ext cx="7711548" cy="3041546"/>
            <a:chOff x="0" y="0"/>
            <a:chExt cx="10282064" cy="405539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282064" cy="4055395"/>
              <a:chOff x="0" y="0"/>
              <a:chExt cx="2031025" cy="80106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031025" cy="801066"/>
              </a:xfrm>
              <a:custGeom>
                <a:avLst/>
                <a:gdLst/>
                <a:ahLst/>
                <a:cxnLst/>
                <a:rect r="r" b="b" t="t" l="l"/>
                <a:pathLst>
                  <a:path h="801066" w="2031025">
                    <a:moveTo>
                      <a:pt x="51201" y="0"/>
                    </a:moveTo>
                    <a:lnTo>
                      <a:pt x="1979824" y="0"/>
                    </a:lnTo>
                    <a:cubicBezTo>
                      <a:pt x="2008101" y="0"/>
                      <a:pt x="2031025" y="22923"/>
                      <a:pt x="2031025" y="51201"/>
                    </a:cubicBezTo>
                    <a:lnTo>
                      <a:pt x="2031025" y="749865"/>
                    </a:lnTo>
                    <a:cubicBezTo>
                      <a:pt x="2031025" y="778142"/>
                      <a:pt x="2008101" y="801066"/>
                      <a:pt x="1979824" y="801066"/>
                    </a:cubicBezTo>
                    <a:lnTo>
                      <a:pt x="51201" y="801066"/>
                    </a:lnTo>
                    <a:cubicBezTo>
                      <a:pt x="22923" y="801066"/>
                      <a:pt x="0" y="778142"/>
                      <a:pt x="0" y="749865"/>
                    </a:cubicBezTo>
                    <a:lnTo>
                      <a:pt x="0" y="51201"/>
                    </a:lnTo>
                    <a:cubicBezTo>
                      <a:pt x="0" y="22923"/>
                      <a:pt x="22923" y="0"/>
                      <a:pt x="51201" y="0"/>
                    </a:cubicBezTo>
                    <a:close/>
                  </a:path>
                </a:pathLst>
              </a:custGeom>
              <a:solidFill>
                <a:srgbClr val="ECE6D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2031025" cy="8486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690906" y="355600"/>
              <a:ext cx="7632666" cy="1126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Future Improvements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90906" y="1696508"/>
              <a:ext cx="8209202" cy="1715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API integration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Forum"/>
                  <a:ea typeface="Forum"/>
                  <a:cs typeface="Forum"/>
                  <a:sym typeface="Forum"/>
                </a:rPr>
                <a:t>Integration with services such as stock/payment providers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26" r="0" b="-88595"/>
            </a:stretch>
          </a:blipFill>
        </p:spPr>
      </p:sp>
      <p:sp>
        <p:nvSpPr>
          <p:cNvPr name="Freeform 3" id="3"/>
          <p:cNvSpPr/>
          <p:nvPr/>
        </p:nvSpPr>
        <p:spPr>
          <a:xfrm>
            <a:off x="1028700" y="1028700"/>
            <a:ext cx="16191674" cy="8207332"/>
          </a:xfrm>
          <a:custGeom>
            <a:avLst/>
            <a:gdLst/>
            <a:ahLst/>
            <a:cxnLst/>
            <a:rect r="r" b="b" t="t" l="l"/>
            <a:pathLst>
              <a:path h="8207332" w="16191674">
                <a:moveTo>
                  <a:pt x="0" y="2467137"/>
                </a:moveTo>
                <a:lnTo>
                  <a:pt x="30245" y="2467137"/>
                </a:lnTo>
                <a:cubicBezTo>
                  <a:pt x="38267" y="2467137"/>
                  <a:pt x="45960" y="2470323"/>
                  <a:pt x="51632" y="2475995"/>
                </a:cubicBezTo>
                <a:cubicBezTo>
                  <a:pt x="57304" y="2481668"/>
                  <a:pt x="60490" y="2489360"/>
                  <a:pt x="60490" y="2497382"/>
                </a:cubicBezTo>
                <a:lnTo>
                  <a:pt x="60490" y="7978732"/>
                </a:lnTo>
                <a:cubicBezTo>
                  <a:pt x="60490" y="8039361"/>
                  <a:pt x="84575" y="8097507"/>
                  <a:pt x="127446" y="8140377"/>
                </a:cubicBezTo>
                <a:cubicBezTo>
                  <a:pt x="170317" y="8183248"/>
                  <a:pt x="228462" y="8207332"/>
                  <a:pt x="289090" y="8207332"/>
                </a:cubicBezTo>
                <a:lnTo>
                  <a:pt x="15963074" y="8207332"/>
                </a:lnTo>
                <a:cubicBezTo>
                  <a:pt x="16089326" y="8207332"/>
                  <a:pt x="16191674" y="8104984"/>
                  <a:pt x="16191674" y="7978732"/>
                </a:cubicBezTo>
                <a:lnTo>
                  <a:pt x="16191674" y="228600"/>
                </a:lnTo>
                <a:cubicBezTo>
                  <a:pt x="16191674" y="167972"/>
                  <a:pt x="16167590" y="109826"/>
                  <a:pt x="16124718" y="66955"/>
                </a:cubicBezTo>
                <a:cubicBezTo>
                  <a:pt x="16081848" y="24085"/>
                  <a:pt x="16023703" y="0"/>
                  <a:pt x="15963074" y="0"/>
                </a:cubicBezTo>
                <a:lnTo>
                  <a:pt x="8530980" y="0"/>
                </a:lnTo>
              </a:path>
            </a:pathLst>
          </a:custGeom>
          <a:ln cap="rnd" w="38100">
            <a:solidFill>
              <a:srgbClr val="000000"/>
            </a:solidFill>
            <a:prstDash val="sysDash"/>
            <a:headEnd type="diamond" len="lg" w="lg"/>
            <a:tailEnd type="diamond" len="lg" w="lg"/>
          </a:ln>
        </p:spPr>
      </p:sp>
      <p:sp>
        <p:nvSpPr>
          <p:cNvPr name="Freeform 4" id="4"/>
          <p:cNvSpPr/>
          <p:nvPr/>
        </p:nvSpPr>
        <p:spPr>
          <a:xfrm flipH="true" flipV="true" rot="822409">
            <a:off x="-1776285" y="7145543"/>
            <a:ext cx="6000686" cy="2142347"/>
          </a:xfrm>
          <a:custGeom>
            <a:avLst/>
            <a:gdLst/>
            <a:ahLst/>
            <a:cxnLst/>
            <a:rect r="r" b="b" t="t" l="l"/>
            <a:pathLst>
              <a:path h="2142347" w="6000686">
                <a:moveTo>
                  <a:pt x="6000686" y="2142348"/>
                </a:moveTo>
                <a:lnTo>
                  <a:pt x="0" y="2142348"/>
                </a:lnTo>
                <a:lnTo>
                  <a:pt x="0" y="0"/>
                </a:lnTo>
                <a:lnTo>
                  <a:pt x="6000686" y="0"/>
                </a:lnTo>
                <a:lnTo>
                  <a:pt x="6000686" y="2142348"/>
                </a:lnTo>
                <a:close/>
              </a:path>
            </a:pathLst>
          </a:custGeom>
          <a:blipFill>
            <a:blip r:embed="rId3"/>
            <a:stretch>
              <a:fillRect l="0" t="0" r="-62742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25660">
            <a:off x="-1422849" y="8256821"/>
            <a:ext cx="7922573" cy="2852126"/>
          </a:xfrm>
          <a:custGeom>
            <a:avLst/>
            <a:gdLst/>
            <a:ahLst/>
            <a:cxnLst/>
            <a:rect r="r" b="b" t="t" l="l"/>
            <a:pathLst>
              <a:path h="2852126" w="7922573">
                <a:moveTo>
                  <a:pt x="0" y="0"/>
                </a:moveTo>
                <a:lnTo>
                  <a:pt x="7922574" y="0"/>
                </a:lnTo>
                <a:lnTo>
                  <a:pt x="7922574" y="2852127"/>
                </a:lnTo>
                <a:lnTo>
                  <a:pt x="0" y="28521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51519" y="3124934"/>
            <a:ext cx="12109087" cy="2446700"/>
            <a:chOff x="0" y="0"/>
            <a:chExt cx="3189225" cy="6443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89225" cy="644398"/>
            </a:xfrm>
            <a:custGeom>
              <a:avLst/>
              <a:gdLst/>
              <a:ahLst/>
              <a:cxnLst/>
              <a:rect r="r" b="b" t="t" l="l"/>
              <a:pathLst>
                <a:path h="644398" w="3189225">
                  <a:moveTo>
                    <a:pt x="32607" y="0"/>
                  </a:moveTo>
                  <a:lnTo>
                    <a:pt x="3156618" y="0"/>
                  </a:lnTo>
                  <a:cubicBezTo>
                    <a:pt x="3174626" y="0"/>
                    <a:pt x="3189225" y="14599"/>
                    <a:pt x="3189225" y="32607"/>
                  </a:cubicBezTo>
                  <a:lnTo>
                    <a:pt x="3189225" y="611792"/>
                  </a:lnTo>
                  <a:cubicBezTo>
                    <a:pt x="3189225" y="629800"/>
                    <a:pt x="3174626" y="644398"/>
                    <a:pt x="3156618" y="644398"/>
                  </a:cubicBezTo>
                  <a:lnTo>
                    <a:pt x="32607" y="644398"/>
                  </a:lnTo>
                  <a:cubicBezTo>
                    <a:pt x="14599" y="644398"/>
                    <a:pt x="0" y="629800"/>
                    <a:pt x="0" y="611792"/>
                  </a:cubicBezTo>
                  <a:lnTo>
                    <a:pt x="0" y="32607"/>
                  </a:lnTo>
                  <a:cubicBezTo>
                    <a:pt x="0" y="14599"/>
                    <a:pt x="14599" y="0"/>
                    <a:pt x="32607" y="0"/>
                  </a:cubicBezTo>
                  <a:close/>
                </a:path>
              </a:pathLst>
            </a:custGeom>
            <a:solidFill>
              <a:srgbClr val="ECE6DB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189225" cy="692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51519" y="819150"/>
            <a:ext cx="6650226" cy="1882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9"/>
              </a:lnSpc>
            </a:pPr>
            <a:r>
              <a:rPr lang="en-US" sz="10999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Conclusion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751519" y="5990734"/>
            <a:ext cx="5937626" cy="1660058"/>
            <a:chOff x="0" y="0"/>
            <a:chExt cx="1485113" cy="4152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85113" cy="415212"/>
            </a:xfrm>
            <a:custGeom>
              <a:avLst/>
              <a:gdLst/>
              <a:ahLst/>
              <a:cxnLst/>
              <a:rect r="r" b="b" t="t" l="l"/>
              <a:pathLst>
                <a:path h="415212" w="1485113">
                  <a:moveTo>
                    <a:pt x="66498" y="0"/>
                  </a:moveTo>
                  <a:lnTo>
                    <a:pt x="1418616" y="0"/>
                  </a:lnTo>
                  <a:cubicBezTo>
                    <a:pt x="1455341" y="0"/>
                    <a:pt x="1485113" y="29772"/>
                    <a:pt x="1485113" y="66498"/>
                  </a:cubicBezTo>
                  <a:lnTo>
                    <a:pt x="1485113" y="348715"/>
                  </a:lnTo>
                  <a:cubicBezTo>
                    <a:pt x="1485113" y="385440"/>
                    <a:pt x="1455341" y="415212"/>
                    <a:pt x="1418616" y="415212"/>
                  </a:cubicBezTo>
                  <a:lnTo>
                    <a:pt x="66498" y="415212"/>
                  </a:lnTo>
                  <a:cubicBezTo>
                    <a:pt x="29772" y="415212"/>
                    <a:pt x="0" y="385440"/>
                    <a:pt x="0" y="348715"/>
                  </a:cubicBezTo>
                  <a:lnTo>
                    <a:pt x="0" y="66498"/>
                  </a:lnTo>
                  <a:cubicBezTo>
                    <a:pt x="0" y="29772"/>
                    <a:pt x="29772" y="0"/>
                    <a:pt x="66498" y="0"/>
                  </a:cubicBezTo>
                  <a:close/>
                </a:path>
              </a:pathLst>
            </a:custGeom>
            <a:solidFill>
              <a:srgbClr val="ECE6DB">
                <a:alpha val="4980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485113" cy="462837"/>
            </a:xfrm>
            <a:prstGeom prst="rect">
              <a:avLst/>
            </a:prstGeom>
          </p:spPr>
          <p:txBody>
            <a:bodyPr anchor="ctr" rtlCol="false" tIns="53492" lIns="53492" bIns="53492" rIns="53492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70071" y="6895678"/>
            <a:ext cx="4607878" cy="51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7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687790" y="2839225"/>
            <a:ext cx="1143020" cy="1143020"/>
          </a:xfrm>
          <a:custGeom>
            <a:avLst/>
            <a:gdLst/>
            <a:ahLst/>
            <a:cxnLst/>
            <a:rect r="r" b="b" t="t" l="l"/>
            <a:pathLst>
              <a:path h="1143020" w="1143020">
                <a:moveTo>
                  <a:pt x="0" y="0"/>
                </a:moveTo>
                <a:lnTo>
                  <a:pt x="1143020" y="0"/>
                </a:lnTo>
                <a:lnTo>
                  <a:pt x="1143020" y="1143020"/>
                </a:lnTo>
                <a:lnTo>
                  <a:pt x="0" y="11430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545100" y="2553515"/>
            <a:ext cx="571420" cy="571420"/>
          </a:xfrm>
          <a:custGeom>
            <a:avLst/>
            <a:gdLst/>
            <a:ahLst/>
            <a:cxnLst/>
            <a:rect r="r" b="b" t="t" l="l"/>
            <a:pathLst>
              <a:path h="571420" w="571420">
                <a:moveTo>
                  <a:pt x="0" y="0"/>
                </a:moveTo>
                <a:lnTo>
                  <a:pt x="571420" y="0"/>
                </a:lnTo>
                <a:lnTo>
                  <a:pt x="571420" y="571419"/>
                </a:lnTo>
                <a:lnTo>
                  <a:pt x="0" y="5714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654874" y="662088"/>
            <a:ext cx="733224" cy="733224"/>
          </a:xfrm>
          <a:custGeom>
            <a:avLst/>
            <a:gdLst/>
            <a:ahLst/>
            <a:cxnLst/>
            <a:rect r="r" b="b" t="t" l="l"/>
            <a:pathLst>
              <a:path h="733224" w="733224">
                <a:moveTo>
                  <a:pt x="0" y="0"/>
                </a:moveTo>
                <a:lnTo>
                  <a:pt x="733224" y="0"/>
                </a:lnTo>
                <a:lnTo>
                  <a:pt x="733224" y="733224"/>
                </a:lnTo>
                <a:lnTo>
                  <a:pt x="0" y="7332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352048" y="9162522"/>
            <a:ext cx="1040725" cy="1040725"/>
          </a:xfrm>
          <a:custGeom>
            <a:avLst/>
            <a:gdLst/>
            <a:ahLst/>
            <a:cxnLst/>
            <a:rect r="r" b="b" t="t" l="l"/>
            <a:pathLst>
              <a:path h="1040725" w="1040725">
                <a:moveTo>
                  <a:pt x="0" y="0"/>
                </a:moveTo>
                <a:lnTo>
                  <a:pt x="1040725" y="0"/>
                </a:lnTo>
                <a:lnTo>
                  <a:pt x="1040725" y="1040725"/>
                </a:lnTo>
                <a:lnTo>
                  <a:pt x="0" y="10407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958271" y="3526284"/>
            <a:ext cx="11461748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Count4U provides a simple way to manage stock and sales.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It reduces manual work for small-shop owners.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The system keeps important stock and sales information in one place.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47131" y="6166394"/>
            <a:ext cx="2591875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WEBSITE LINK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47131" y="6815891"/>
            <a:ext cx="490535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  <a:hlinkClick r:id="rId9" tooltip="https://count4u.liveblog365.com"/>
              </a:rPr>
              <a:t>https://count4u.liveblog365.com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DAHWg-i3-3w</dc:identifier>
  <dcterms:modified xsi:type="dcterms:W3CDTF">2011-08-01T06:04:30Z</dcterms:modified>
  <cp:revision>1</cp:revision>
  <dc:title>Count4U</dc:title>
</cp:coreProperties>
</file>